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771B-4B9E-A691-CAE7-ABE0AFCF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219" y="1828799"/>
            <a:ext cx="9724104" cy="1347020"/>
          </a:xfrm>
        </p:spPr>
        <p:txBody>
          <a:bodyPr/>
          <a:lstStyle/>
          <a:p>
            <a:r>
              <a:rPr lang="en-IN" dirty="0"/>
              <a:t>Parcel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CE771-37CA-CCAE-0008-0C8527C8A0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76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F5215-B330-ED19-8C5D-CC50B44F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8" y="491612"/>
            <a:ext cx="4414683" cy="973393"/>
          </a:xfrm>
        </p:spPr>
        <p:txBody>
          <a:bodyPr/>
          <a:lstStyle/>
          <a:p>
            <a:r>
              <a:rPr lang="en-IN" sz="54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BA7C3-025C-0087-2983-A07B98F4B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2448232"/>
            <a:ext cx="10628671" cy="5161936"/>
          </a:xfrm>
        </p:spPr>
        <p:txBody>
          <a:bodyPr>
            <a:normAutofit/>
          </a:bodyPr>
          <a:lstStyle/>
          <a:p>
            <a:r>
              <a:rPr lang="en-US" b="1" dirty="0"/>
              <a:t>Parcel Management System</a:t>
            </a:r>
            <a:r>
              <a:rPr lang="en-US" dirty="0"/>
              <a:t> is a web-based software application developed to manage parcel booking, billing, customer information, and parcel tracking in a digital and efficient manner.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software is designed to simplify daily parcel operations such as customer registration, parcel entry, bill generation, and parcel status management.</a:t>
            </a:r>
          </a:p>
          <a:p>
            <a:endParaRPr lang="en-US" dirty="0"/>
          </a:p>
          <a:p>
            <a:r>
              <a:rPr lang="en-US" dirty="0"/>
              <a:t>This system helps parcel offices and courier services to maintain records electronically instead of using manual paper-based methods</a:t>
            </a:r>
          </a:p>
          <a:p>
            <a:endParaRPr lang="en-US" dirty="0"/>
          </a:p>
          <a:p>
            <a:r>
              <a:rPr lang="en-US" dirty="0"/>
              <a:t>Parcel Management System is a web-based application used to manage parcel booking, billing, and customer records digitally. It reduces manual work, improves efficiency, and helps in fast and accurate parcel management.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90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2F37-9BED-D54C-F4A9-54AA1EDB9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29" y="513977"/>
            <a:ext cx="10571998" cy="970450"/>
          </a:xfrm>
        </p:spPr>
        <p:txBody>
          <a:bodyPr/>
          <a:lstStyle/>
          <a:p>
            <a:r>
              <a:rPr lang="en-US" sz="6600" dirty="0"/>
              <a:t>Problem</a:t>
            </a:r>
            <a:r>
              <a:rPr lang="en-IN" sz="6600" dirty="0"/>
              <a:t>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05DA07-F315-8E10-83D9-8392612EC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359217"/>
            <a:ext cx="1265411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Record Keeping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parcel and billing details were maintained on paper, which was time-consuming and difficult to manage.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2.Data Loss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 records could be lost, damaged, or misplaced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3.Billing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bill calculation caused mistakes in total amount, weight charges, and payments.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b="1" i="1" dirty="0"/>
              <a:t>4.Duplicate Entries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br>
              <a:rPr lang="en-US" dirty="0"/>
            </a:br>
            <a:r>
              <a:rPr lang="en-US" dirty="0"/>
              <a:t>Same customer or parcel data could be entered multiple times.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05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06EB-6B35-71B8-3814-CC793A99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dirty="0"/>
              <a:t>Problems Solved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66E2D-2495-365B-B083-B22759098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47" y="2635242"/>
            <a:ext cx="10554574" cy="36365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</a:t>
            </a:r>
            <a:r>
              <a:rPr lang="en-US" b="1" i="1" dirty="0"/>
              <a:t>Digital Record Management</a:t>
            </a:r>
            <a:br>
              <a:rPr lang="en-US" dirty="0"/>
            </a:br>
            <a:r>
              <a:rPr lang="en-US" dirty="0"/>
              <a:t>All parcel, customer, and billing data is stored digitally in database.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</a:t>
            </a:r>
            <a:r>
              <a:rPr lang="en-US" b="1" i="1" dirty="0"/>
              <a:t>Reduced Data Loss</a:t>
            </a:r>
            <a:br>
              <a:rPr lang="en-US" dirty="0"/>
            </a:br>
            <a:r>
              <a:rPr lang="en-US" dirty="0"/>
              <a:t>Data is safely stored in MySQL database, reducing risk of loss.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3.</a:t>
            </a:r>
            <a:r>
              <a:rPr lang="en-US" b="1" i="1" dirty="0"/>
              <a:t>Parcel Tracking Feature</a:t>
            </a:r>
            <a:br>
              <a:rPr lang="en-US" dirty="0"/>
            </a:br>
            <a:r>
              <a:rPr lang="en-US" dirty="0"/>
              <a:t>Parcel status can be updated and tracked easily.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4.Better Data Management</a:t>
            </a:r>
            <a:br>
              <a:rPr lang="en-US" dirty="0"/>
            </a:br>
            <a:r>
              <a:rPr lang="en-US" dirty="0"/>
              <a:t>Duplicate entries are reduced and records are well-organized.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48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FAEA-6A8C-D817-7CA4-402BC8F2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Very Short Version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6A1E4-2125-A04E-6947-4D1778F28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4000" dirty="0">
                <a:solidFill>
                  <a:schemeClr val="accent4"/>
                </a:solidFill>
              </a:rPr>
              <a:t>Problems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4D90E-1209-B425-8CDB-109EEB872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4000" dirty="0">
                <a:solidFill>
                  <a:schemeClr val="accent4"/>
                </a:solidFill>
              </a:rPr>
              <a:t>Solutions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E492A-EAC9-E55C-E47C-80DB400804A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14729" y="3028822"/>
            <a:ext cx="475643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Manual paperwork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Billing mistakes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Slow record search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No tracking system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93FAA76-DC43-1C43-4813-AA01CB6C5AE8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87415" y="3028822"/>
            <a:ext cx="566853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Digital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Automatic billing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Fast record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Parcel tracking system</a:t>
            </a:r>
          </a:p>
        </p:txBody>
      </p:sp>
    </p:spTree>
    <p:extLst>
      <p:ext uri="{BB962C8B-B14F-4D97-AF65-F5344CB8AC3E}">
        <p14:creationId xmlns:p14="http://schemas.microsoft.com/office/powerpoint/2010/main" val="691316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D082DE-0A88-4942-EF59-449F8082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 err="1">
                <a:effectLst/>
              </a:rPr>
              <a:t>DashBord</a:t>
            </a:r>
            <a:endParaRPr lang="en-IN" sz="6000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DBAA25-ED0B-BF19-CC06-A66E818F9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2277764"/>
            <a:ext cx="11169445" cy="428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83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0F59-A339-D911-68C7-4847CD07D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Add Bill</a:t>
            </a:r>
            <a:endParaRPr lang="en-IN" sz="6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7664F5-8CBA-1AF0-FAAC-6BCDA3117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013" y="2377150"/>
            <a:ext cx="9079972" cy="436623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90993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A84D-EE4C-3BB9-8C4C-722DD97E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View Bill</a:t>
            </a:r>
            <a:endParaRPr lang="en-IN" sz="6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7901AC-D9FD-E5F9-9458-882101AB9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680" y="2036288"/>
            <a:ext cx="9135815" cy="472741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318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AF65-8989-20A9-BDD9-FF3D8C5B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Parcel Management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2CDD9-A96A-7EB8-4ED6-B98B8F0CB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222287"/>
            <a:ext cx="10724359" cy="1051855"/>
          </a:xfrm>
        </p:spPr>
        <p:txBody>
          <a:bodyPr/>
          <a:lstStyle/>
          <a:p>
            <a:r>
              <a:rPr lang="en-US" dirty="0"/>
              <a:t>The Parcel Management System is a web-based application that works on a client-server architecture. The user accesses the system through a web browser, and all data is processed and stored on the server using PHP and MySQL database.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A37D4-523C-6E23-205B-69C07B3612CA}"/>
              </a:ext>
            </a:extLst>
          </p:cNvPr>
          <p:cNvSpPr txBox="1"/>
          <p:nvPr/>
        </p:nvSpPr>
        <p:spPr>
          <a:xfrm>
            <a:off x="1064341" y="3478626"/>
            <a:ext cx="99379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1.User Login</a:t>
            </a:r>
          </a:p>
          <a:p>
            <a:br>
              <a:rPr lang="en-US" dirty="0"/>
            </a:br>
            <a:r>
              <a:rPr lang="en-US" dirty="0"/>
              <a:t>The user logs into the system using valid username and password. The system verifies user credentials from the database.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F72B1-6CA6-0ADA-964C-8E351ACA10F1}"/>
              </a:ext>
            </a:extLst>
          </p:cNvPr>
          <p:cNvSpPr txBox="1"/>
          <p:nvPr/>
        </p:nvSpPr>
        <p:spPr>
          <a:xfrm>
            <a:off x="1064341" y="4759264"/>
            <a:ext cx="92496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2.Dashboard Access</a:t>
            </a:r>
          </a:p>
          <a:p>
            <a:br>
              <a:rPr lang="en-US" dirty="0"/>
            </a:br>
            <a:r>
              <a:rPr lang="en-US" dirty="0"/>
              <a:t>After successful login, the user is redirected to the dashboard, where all system modules are available.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27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71D0D3-C51A-93AA-690F-8D8F9F8D33C3}"/>
              </a:ext>
            </a:extLst>
          </p:cNvPr>
          <p:cNvSpPr txBox="1"/>
          <p:nvPr/>
        </p:nvSpPr>
        <p:spPr>
          <a:xfrm>
            <a:off x="1071715" y="225747"/>
            <a:ext cx="10481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3.Customer Registration</a:t>
            </a:r>
          </a:p>
          <a:p>
            <a:br>
              <a:rPr lang="en-US" dirty="0"/>
            </a:br>
            <a:r>
              <a:rPr lang="en-US" dirty="0"/>
              <a:t>The user adds customer details such as name, contact number, and address. The data is saved in the customer database table.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940D9-747F-4BCE-5D52-89A033DEAE9F}"/>
              </a:ext>
            </a:extLst>
          </p:cNvPr>
          <p:cNvSpPr txBox="1"/>
          <p:nvPr/>
        </p:nvSpPr>
        <p:spPr>
          <a:xfrm>
            <a:off x="1071714" y="1571917"/>
            <a:ext cx="108941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4.Parcel Booking</a:t>
            </a:r>
          </a:p>
          <a:p>
            <a:br>
              <a:rPr lang="en-US" dirty="0"/>
            </a:br>
            <a:r>
              <a:rPr lang="en-US" dirty="0"/>
              <a:t>The user enters parcel information including sender, receiver, parcel weight, parcel type, and destination. The system calculates charges based on weight and stores parcel details in the database.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6EA871-DF35-D065-1795-F7627EF07F5D}"/>
              </a:ext>
            </a:extLst>
          </p:cNvPr>
          <p:cNvSpPr txBox="1"/>
          <p:nvPr/>
        </p:nvSpPr>
        <p:spPr>
          <a:xfrm>
            <a:off x="1071714" y="3195086"/>
            <a:ext cx="108941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5.Bills List Management</a:t>
            </a:r>
          </a:p>
          <a:p>
            <a:br>
              <a:rPr lang="en-US" dirty="0"/>
            </a:br>
            <a:r>
              <a:rPr lang="en-US" dirty="0"/>
              <a:t>All generated bills are displayed in the Bills List page</a:t>
            </a:r>
            <a:br>
              <a:rPr lang="en-US" dirty="0"/>
            </a:br>
            <a:r>
              <a:rPr lang="en-US" dirty="0"/>
              <a:t>(URL: /parcel-app/bills/</a:t>
            </a:r>
            <a:r>
              <a:rPr lang="en-US" dirty="0" err="1"/>
              <a:t>list.php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The user can view, search, and manage previous bills.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E3041E-F207-8ADC-EE16-9511313F45B4}"/>
              </a:ext>
            </a:extLst>
          </p:cNvPr>
          <p:cNvSpPr txBox="1"/>
          <p:nvPr/>
        </p:nvSpPr>
        <p:spPr>
          <a:xfrm>
            <a:off x="993059" y="5123057"/>
            <a:ext cx="107958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6.Parcel Tracking &amp; Status Update</a:t>
            </a:r>
          </a:p>
          <a:p>
            <a:br>
              <a:rPr lang="en-US" dirty="0"/>
            </a:br>
            <a:r>
              <a:rPr lang="en-US" dirty="0"/>
              <a:t>The system allows updating parcel delivery status such as Booked, In Transit, and Delivered.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5707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26ECF3-6157-76EC-C379-20EC00DA3A2F}"/>
              </a:ext>
            </a:extLst>
          </p:cNvPr>
          <p:cNvSpPr txBox="1"/>
          <p:nvPr/>
        </p:nvSpPr>
        <p:spPr>
          <a:xfrm>
            <a:off x="1061883" y="541226"/>
            <a:ext cx="10314039" cy="933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7.Database Storage</a:t>
            </a:r>
          </a:p>
          <a:p>
            <a:br>
              <a:rPr lang="en-US" dirty="0"/>
            </a:br>
            <a:r>
              <a:rPr lang="en-US" dirty="0"/>
              <a:t>All customer, parcel, bill, and payment data is stored securely in the MySQL database.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740EF1-78F2-7E4A-2298-7AC41402EF18}"/>
              </a:ext>
            </a:extLst>
          </p:cNvPr>
          <p:cNvSpPr txBox="1"/>
          <p:nvPr/>
        </p:nvSpPr>
        <p:spPr>
          <a:xfrm>
            <a:off x="1061883" y="221440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0070C0"/>
                </a:solidFill>
              </a:rPr>
              <a:t>-&gt;Short Working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A927D-2A24-FDF5-5569-6780AC9C173A}"/>
              </a:ext>
            </a:extLst>
          </p:cNvPr>
          <p:cNvSpPr txBox="1"/>
          <p:nvPr/>
        </p:nvSpPr>
        <p:spPr>
          <a:xfrm>
            <a:off x="1061883" y="3298063"/>
            <a:ext cx="10589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logs in</a:t>
            </a:r>
            <a:r>
              <a:rPr lang="en-IN" dirty="0">
                <a:solidFill>
                  <a:srgbClr val="FF0000"/>
                </a:solidFill>
              </a:rPr>
              <a:t> → </a:t>
            </a:r>
            <a:r>
              <a:rPr lang="en-IN" dirty="0"/>
              <a:t>Adds customer </a:t>
            </a:r>
            <a:r>
              <a:rPr lang="en-IN" dirty="0">
                <a:solidFill>
                  <a:srgbClr val="FF0000"/>
                </a:solidFill>
              </a:rPr>
              <a:t>→</a:t>
            </a:r>
            <a:r>
              <a:rPr lang="en-IN" dirty="0"/>
              <a:t> Books parcel </a:t>
            </a:r>
            <a:r>
              <a:rPr lang="en-IN" dirty="0">
                <a:solidFill>
                  <a:srgbClr val="FF0000"/>
                </a:solidFill>
              </a:rPr>
              <a:t>→ </a:t>
            </a:r>
            <a:r>
              <a:rPr lang="en-IN" dirty="0"/>
              <a:t>System calculates charges </a:t>
            </a:r>
            <a:r>
              <a:rPr lang="en-IN" dirty="0">
                <a:solidFill>
                  <a:srgbClr val="FF0000"/>
                </a:solidFill>
              </a:rPr>
              <a:t>→ </a:t>
            </a:r>
            <a:r>
              <a:rPr lang="en-IN" dirty="0"/>
              <a:t>Bill is generated </a:t>
            </a:r>
            <a:r>
              <a:rPr lang="en-IN" dirty="0">
                <a:solidFill>
                  <a:srgbClr val="FF0000"/>
                </a:solidFill>
              </a:rPr>
              <a:t>→</a:t>
            </a:r>
            <a:r>
              <a:rPr lang="en-IN" dirty="0"/>
              <a:t> Bill stored in database </a:t>
            </a:r>
            <a:r>
              <a:rPr lang="en-IN" dirty="0">
                <a:solidFill>
                  <a:srgbClr val="FF0000"/>
                </a:solidFill>
              </a:rPr>
              <a:t>→</a:t>
            </a:r>
            <a:r>
              <a:rPr lang="en-IN" dirty="0"/>
              <a:t> Bills can be vie</a:t>
            </a:r>
          </a:p>
          <a:p>
            <a:r>
              <a:rPr lang="en-IN" dirty="0"/>
              <a:t>wed in Bills List </a:t>
            </a:r>
            <a:r>
              <a:rPr lang="en-IN" dirty="0">
                <a:solidFill>
                  <a:srgbClr val="FF0000"/>
                </a:solidFill>
              </a:rPr>
              <a:t>→</a:t>
            </a:r>
            <a:r>
              <a:rPr lang="en-IN" dirty="0"/>
              <a:t> Payment and parcel status updated.</a:t>
            </a:r>
          </a:p>
        </p:txBody>
      </p:sp>
    </p:spTree>
    <p:extLst>
      <p:ext uri="{BB962C8B-B14F-4D97-AF65-F5344CB8AC3E}">
        <p14:creationId xmlns:p14="http://schemas.microsoft.com/office/powerpoint/2010/main" val="256961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FE55-4EEE-CBCE-59B3-D32DBF77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Used in Parcel Management System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115E05-6A8E-87CF-A248-34116CAFBB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0000" y="1982594"/>
            <a:ext cx="632821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1.User Login and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2.Customer Information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3.Parcel Booking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4.Sender and Receiver Details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4.Automatic Parcel Charges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5.Bill Generation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6.Bills List and Record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7.Search and View Previous Bills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8.Payment Status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793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40DE6B1-4101-4EDF-B6EF-5D545FC5B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5007" y="388317"/>
            <a:ext cx="562205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.Parcel Delivery Status Update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.Centralized Database Storage (MySQL)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11.Web-Based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12.Validation and Error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13.Role-Based Access Control (if implemented)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14.Secure Session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15.CRUD Operations (Create, Read, Update, Delete)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16.Report Viewing (if available)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17.User-Friendly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18.Record Backup Support (if configured)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19.Multi-User Support</a:t>
            </a:r>
          </a:p>
        </p:txBody>
      </p:sp>
    </p:spTree>
    <p:extLst>
      <p:ext uri="{BB962C8B-B14F-4D97-AF65-F5344CB8AC3E}">
        <p14:creationId xmlns:p14="http://schemas.microsoft.com/office/powerpoint/2010/main" val="1864491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DA08-D796-D32F-8DE8-9E3FBE22F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81" y="825911"/>
            <a:ext cx="10900220" cy="3594288"/>
          </a:xfrm>
        </p:spPr>
        <p:txBody>
          <a:bodyPr/>
          <a:lstStyle/>
          <a:p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Thank You,</a:t>
            </a:r>
            <a:b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b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Thank You for Your Attention</a:t>
            </a:r>
            <a:b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Parcel Management System</a:t>
            </a:r>
            <a:b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Software Documentation Presentation.</a:t>
            </a:r>
            <a:b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endParaRPr lang="en-IN" sz="4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786193-D62D-BA27-811D-2E3C97D963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018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{3E076C9B-D2B0-46F5-851B-5D882C0301DC}TF422d6a94-b412-4b4b-8b36-ccdb9da8dac8d8130915_win32-3b4bd71c511d</Template>
  <TotalTime>160</TotalTime>
  <Words>750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2</vt:lpstr>
      <vt:lpstr>Quotable_win32_v2</vt:lpstr>
      <vt:lpstr>Parcel Management System</vt:lpstr>
      <vt:lpstr>Introduction</vt:lpstr>
      <vt:lpstr>Problem Statement</vt:lpstr>
      <vt:lpstr>Problems Solved </vt:lpstr>
      <vt:lpstr>Very Short Version </vt:lpstr>
      <vt:lpstr>DashBord</vt:lpstr>
      <vt:lpstr>Add Bill</vt:lpstr>
      <vt:lpstr>View Bill</vt:lpstr>
      <vt:lpstr>Working of Parcel Management System</vt:lpstr>
      <vt:lpstr>PowerPoint Presentation</vt:lpstr>
      <vt:lpstr>PowerPoint Presentation</vt:lpstr>
      <vt:lpstr>Features Used in Parcel Management System</vt:lpstr>
      <vt:lpstr>PowerPoint Presentation</vt:lpstr>
      <vt:lpstr>Thank You,  Thank You for Your Attention Parcel Management System Software Documentation Presentation.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Divyrajsinh Jadeja</dc:creator>
  <cp:lastModifiedBy>Divyrajsinh Jadeja</cp:lastModifiedBy>
  <cp:revision>3</cp:revision>
  <dcterms:created xsi:type="dcterms:W3CDTF">2026-02-01T06:09:44Z</dcterms:created>
  <dcterms:modified xsi:type="dcterms:W3CDTF">2026-02-02T18:19:04Z</dcterms:modified>
</cp:coreProperties>
</file>